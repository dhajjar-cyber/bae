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and banking in particular, is specialised enough that generic technology credentials do not travel. Clients expect the team in the room to know core banking, payments, regulatory reporting or wealth operations — not just cloud, data or integration in the abstract.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banking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Thirteen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69" name="Text 67"/>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targeted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per account, gross and net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is specialised and clients expect it: every proposition, credential and CV speaks the domain.</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Text 37"/>
          <p:cNvSpPr txBox="1"/>
          <p:nvPr/>
        </p:nvSpPr>
        <p:spPr>
          <a:xfrm>
            <a:off x="6263640" y="5897880"/>
            <a:ext cx="5120640" cy="45720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core banking and packages,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Buyer and client segments</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ADR and target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Set by market and offering, reconciled against the account revenue plan and against capacity.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2026-09-28T12:50:30Z</dcterms:created>
  <dcterms:modified xsi:type="dcterms:W3CDTF">2026-09-28T12:50:30Z</dcterms:modified>
</cp:coreProperties>
</file>