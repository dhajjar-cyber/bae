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journey is, how it fits, and who is involved</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 the journey · how we run it · the session plan · what could derail it</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comes next</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Integrated proposition catalogue</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claim with no proof is a boast. Anything in the last column becomes an initiative.</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forum that cannot decide anything is a status meeting. Name what each one can settle without escalation.</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2026-09-30T06:27:23Z</dcterms:created>
  <dcterms:modified xsi:type="dcterms:W3CDTF">2026-09-30T06:27:23Z</dcterms:modified>
</cp:coreProperties>
</file>