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Starter deck for the bae library. Placeholder for venue/date and speaker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why an eager-mode, PyTorch-native BA library is worth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pillars, straight from the README feature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 = core library, teal = data and downstream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for a figure of the sparse Hessian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is lifted from the README example; trim further if the slide runs 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Runtime and accuracy numbers still to be filled in — do not quote figures until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these into owners and dates once we know the venue.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065A82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108960" cy="31089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bae</a:t>
            </a:r>
            <a:endParaRPr lang="en-US" sz="8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Adjustment in the Eager Mode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794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optimization for robotics, built on PyTorch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deck — draft v0.1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solvers are fast but closed; deep-learning stacks are open but slow.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2938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solvers are a wall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35000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Ceres, g2o and GTSAM are fast, but live outside the autograd graph — no gradients through the optimizer, no easy custom residuals.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34670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 is too slow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76732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sparse ops in eager mode blow up memory and runtime on problems with thousands of cameras and millions of points.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475488" cy="47548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800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7640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needs both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18464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SfM and SLAM pipelines want differentiable, composable optimization that still scales to real datasets.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bae is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PyTorch-native library for large-scale sparse second-order optimization.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/>
          <a:effectLst>
            <a:outerShdw sx="100000" sy="100000" kx="0" ky="0" algn="bl" rotWithShape="0" blurRad="127000" dist="25400" dir="5400000">
              <a:srgbClr val="99A6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31720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3042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block algebra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260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Block-sparse matrix types and operations sized for BA and PGO Hessians.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/>
          <a:effectLst>
            <a:outerShdw sx="100000" sy="100000" kx="0" ky="0" algn="bl" rotWithShape="0" blurRad="127000" dist="25400" dir="5400000">
              <a:srgbClr val="99A6B5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233172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78040" y="23042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acceleration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92608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kernels plus optional CUDSS for the heavy linear algebra.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/>
          <a:effectLst>
            <a:outerShdw sx="100000" sy="100000" kx="0" ky="0" algn="bl" rotWithShape="0" blurRad="127000" dist="25400" dir="5400000">
              <a:srgbClr val="99A6B5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0120" y="4434840"/>
            <a:ext cx="420624" cy="420624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44074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Levenberg-Marquardt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0292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Trust-region LM optimizer with PCG and direct sparse solvers.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411480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EEF4F7"/>
          </a:solidFill>
          <a:ln/>
          <a:effectLst>
            <a:outerShdw sx="100000" sy="100000" kx="0" ky="0" algn="bl" rotWithShape="0" blurRad="127000" dist="25400" dir="5400000">
              <a:srgbClr val="99A6B5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4434840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44074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 throughout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50292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are ordinary PyTorch modules; jacobians come from the graph.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code lives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layout as of today.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bae/sparse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97510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Block-sparse tensors, py_ops, solve — the core data structures and CUDA kernels.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679192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7919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bae/optim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73405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LM optimizer and trust-region strategies.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438144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4381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bae/autograd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4930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autograd functions for sparse ops.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197096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197096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bae/utils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42519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PCG and other Python-side solvers, helpers.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956048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95604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datapipes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5010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 loader; entry point for 1DSfM and G2O data.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71500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71500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InstantSFM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576986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SfM pipeline built on top of bae.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optimization step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LM loop, end to end.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E3ED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4688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PyTorch module maps cameras and points to reprojection error.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182112" y="3108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56432" y="22860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EEF4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85032" y="24688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3685032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Jacobian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85032" y="3611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 builds the sparse block jacobian of that module.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98464" y="3108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72784" y="22860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E3ED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1384" y="24688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6" name="Text 14"/>
          <p:cNvSpPr txBox="1"/>
          <p:nvPr/>
        </p:nvSpPr>
        <p:spPr>
          <a:xfrm>
            <a:off x="6501384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eqns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01384" y="3611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JᵀJ + λD and solve with PCG or CUDSS.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814816" y="31089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089136" y="22860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EEF4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17736" y="24688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21" name="Text 19"/>
          <p:cNvSpPr txBox="1"/>
          <p:nvPr/>
        </p:nvSpPr>
        <p:spPr>
          <a:xfrm>
            <a:off x="9317736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17736" y="3611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Trust-region strategy accepts or rejects, adapts λ, repeats.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stays inside the autograd graph, so the whole loop is composable with learned components.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API in practice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adjustment on a BAL problem.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675120" cy="4114800"/>
          </a:xfrm>
          <a:prstGeom prst="roundRect">
            <a:avLst>
              <a:gd name="adj" fmla="val 2222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6217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 = pp.optim.strategy.TrustRegion(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up=2.0, down=0.5**4)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solver   = PCG(tol=1e-4, maxiter=250)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 = LM(model, strategy=strategy,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solver=solver, reject=30)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idx in range(20):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 = optimizer.step(input)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print(idx, loss.item())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0" y="2103120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80960" y="2103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2084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shape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248716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optimizer / step pattern as any torch.optim loop.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80960" y="347472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680960" y="3474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456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solvers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385876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PCG today, CUDSS or a direct sparse solve with one argument.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80960" y="4846320"/>
            <a:ext cx="475488" cy="47548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0" y="4846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4828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residuals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523036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just an nn.Module — subclass it for new problems.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run it 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benchmarks, already wired up.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families supported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19659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LM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trust-region optimizer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19659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CUDA</a:t>
            </a:r>
            <a:endParaRPr lang="en-US" sz="64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sparse kernels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F6FA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7490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37490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Adjustment in the Large — the ladybug and related problem sets.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EEF4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5262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1DSfM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45262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structure-from-motion scenes.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30352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F6FA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303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53035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graph optimization benchmarks.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take it next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threads for this deck to grow into.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2677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68833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runtime and memory against Ceres, g2o and GTSAM on BAL.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28600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2677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68833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Sparsity-pattern and convergence plots to replace text-heavy slides.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0050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42569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audience: paper talk, lab meeting, or adoption pitch.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0" y="402336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40050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stability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442569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freeze before calling the library non-experimental.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7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arxiv.org/abs/2409.12190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bae — Bundle Adjustment in the Eager Mode</dc:title>
  <dc:subject>PptxGenJS Presentation</dc:subject>
  <dc:creator>bae</dc:creator>
  <cp:lastModifiedBy>bae</cp:lastModifiedBy>
  <cp:revision>1</cp:revision>
  <dcterms:created xsi:type="dcterms:W3CDTF">2026-09-27T18:23:24Z</dcterms:created>
  <dcterms:modified xsi:type="dcterms:W3CDTF">2026-09-27T18:23:24Z</dcterms:modified>
</cp:coreProperties>
</file>